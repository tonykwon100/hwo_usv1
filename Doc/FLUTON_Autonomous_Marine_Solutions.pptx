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howOutlineIcons="0">
    <p:restoredLeft sz="15602"/>
    <p:restoredTop sz="94712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59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slide" Target="slides/slide1.xml"  /><Relationship Id="rId20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Relationship Id="rId3" Type="http://schemas.openxmlformats.org/officeDocument/2006/relationships/image" Target="../media/image16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14653120" y="8757592"/>
            <a:ext cx="1584176" cy="34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2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p>
            <a:pPr algn="ctr">
              <a:defRPr lang="ko-KR" altLang="en-US"/>
            </a:pPr>
            <a:r>
              <a:rPr lang="en-US" altLang="ko-KR" sz="1700" b="1"/>
              <a:t>FLUTON Inc.</a:t>
            </a:r>
            <a:endParaRPr lang="en-US" altLang="ko-KR" sz="17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14653120" y="8757592"/>
            <a:ext cx="1584176" cy="34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2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1700" b="1"/>
              <a:t>FLUTON Inc.</a:t>
            </a:r>
            <a:endParaRPr lang="en-US" altLang="ko-KR" sz="17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14653120" y="8757592"/>
            <a:ext cx="1584176" cy="34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2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1700" b="1"/>
              <a:t>FLUTON Inc.</a:t>
            </a:r>
            <a:endParaRPr lang="en-US" altLang="ko-KR" sz="17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14653120" y="8757592"/>
            <a:ext cx="1584176" cy="34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2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1700" b="1"/>
              <a:t>FLUTON Inc.</a:t>
            </a:r>
            <a:endParaRPr lang="en-US" altLang="ko-KR" sz="17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14653120" y="8757592"/>
            <a:ext cx="1584176" cy="34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2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1700" b="1"/>
              <a:t>FLUTON Inc.</a:t>
            </a:r>
            <a:endParaRPr lang="en-US" altLang="ko-KR" sz="17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14653120" y="8757592"/>
            <a:ext cx="1584176" cy="34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2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1700" b="1"/>
              <a:t>FLUTON Inc.</a:t>
            </a:r>
            <a:endParaRPr lang="en-US" altLang="ko-KR" sz="17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14653120" y="8757592"/>
            <a:ext cx="1584176" cy="34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2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1700" b="1"/>
              <a:t>FLUTON Inc.</a:t>
            </a:r>
            <a:endParaRPr lang="en-US" altLang="ko-KR" sz="17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14653120" y="8757592"/>
            <a:ext cx="1584176" cy="34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2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1700" b="1"/>
              <a:t>FLUTON Inc.</a:t>
            </a:r>
            <a:endParaRPr lang="en-US" altLang="ko-KR" sz="17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14653120" y="8757592"/>
            <a:ext cx="1584176" cy="34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2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1700" b="1"/>
              <a:t>FLUTON Inc.</a:t>
            </a:r>
            <a:endParaRPr lang="en-US" altLang="ko-KR" sz="17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14653120" y="8757592"/>
            <a:ext cx="1584176" cy="34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2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1700" b="1"/>
              <a:t>FLUTON Inc.</a:t>
            </a:r>
            <a:endParaRPr lang="en-US" altLang="ko-KR" sz="17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14653120" y="8757592"/>
            <a:ext cx="1584176" cy="34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2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1700" b="1"/>
              <a:t>FLUTON Inc.</a:t>
            </a:r>
            <a:endParaRPr lang="en-US" altLang="ko-KR" sz="17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14653120" y="8757592"/>
            <a:ext cx="1584176" cy="34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2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1700" b="1"/>
              <a:t>FLUTON Inc.</a:t>
            </a:r>
            <a:endParaRPr lang="en-US" altLang="ko-KR" sz="17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14653120" y="8757592"/>
            <a:ext cx="1584176" cy="34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2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1700" b="1"/>
              <a:t>FLUTON Inc.</a:t>
            </a:r>
            <a:endParaRPr lang="en-US" altLang="ko-KR" sz="17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14653120" y="8757592"/>
            <a:ext cx="1584176" cy="34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2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1700" b="1"/>
              <a:t>FLUTON Inc.</a:t>
            </a:r>
            <a:endParaRPr lang="en-US" altLang="ko-KR" sz="17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14653120" y="8757592"/>
            <a:ext cx="1584176" cy="3484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2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en-US" altLang="ko-KR" sz="1700" b="1"/>
              <a:t>FLUTON Inc.</a:t>
            </a:r>
            <a:endParaRPr lang="en-US" altLang="ko-KR" sz="1700" b="1"/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77747" y="4084687"/>
            <a:ext cx="1343025" cy="352425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30</ep:Words>
  <ep:PresentationFormat>On-screen Show (4:3)</ep:PresentationFormat>
  <ep:Paragraphs>15</ep:Paragraphs>
  <ep:Slides>15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</vt:vector>
  </ep:TitlesOfParts>
  <ep:HyperlinkBase/>
  <ep:Application>Hancom Office Hanshow 2014</ep:Application>
  <ep:AppVersion>0900.0000.01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tonyk</cp:lastModifiedBy>
  <dcterms:modified xsi:type="dcterms:W3CDTF">2026-04-17T12:57:40.437</dcterms:modified>
  <cp:revision>3</cp:revision>
</cp:coreProperties>
</file>