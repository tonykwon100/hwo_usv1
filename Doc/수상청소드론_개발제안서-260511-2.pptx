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aveSubsetFonts="1">
  <p:sldMasterIdLst>
    <p:sldMasterId id="2147483683" r:id="rId1"/>
  </p:sldMasterIdLst>
  <p:notesMasterIdLst>
    <p:notesMasterId r:id="rId2"/>
  </p:notesMasterIdLst>
  <p:handoutMasterIdLst>
    <p:handoutMasterId r:id="rId3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howOutlineIcons="0">
    <p:restoredLeft sz="13822"/>
    <p:restoredTop sz="95429"/>
  </p:normalViewPr>
  <p:slideViewPr>
    <p:cSldViewPr>
      <p:cViewPr>
        <p:scale>
          <a:sx n="60" d="100"/>
          <a:sy n="60" d="100"/>
        </p:scale>
        <p:origin x="-1092" y="-90"/>
      </p:cViewPr>
      <p:guideLst>
        <p:guide orient="horz" pos="2878"/>
        <p:guide pos="51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868100" cy="368681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7.xml"  /><Relationship Id="rId11" Type="http://schemas.openxmlformats.org/officeDocument/2006/relationships/slide" Target="slides/slide8.xml"  /><Relationship Id="rId12" Type="http://schemas.openxmlformats.org/officeDocument/2006/relationships/slide" Target="slides/slide9.xml"  /><Relationship Id="rId13" Type="http://schemas.openxmlformats.org/officeDocument/2006/relationships/slide" Target="slides/slide10.xml"  /><Relationship Id="rId14" Type="http://schemas.openxmlformats.org/officeDocument/2006/relationships/slide" Target="slides/slide11.xml"  /><Relationship Id="rId15" Type="http://schemas.openxmlformats.org/officeDocument/2006/relationships/slide" Target="slides/slide12.xml"  /><Relationship Id="rId16" Type="http://schemas.openxmlformats.org/officeDocument/2006/relationships/slide" Target="slides/slide13.xml"  /><Relationship Id="rId17" Type="http://schemas.openxmlformats.org/officeDocument/2006/relationships/slide" Target="slides/slide14.xml"  /><Relationship Id="rId18" Type="http://schemas.openxmlformats.org/officeDocument/2006/relationships/slide" Target="slides/slide15.xml"  /><Relationship Id="rId19" Type="http://schemas.openxmlformats.org/officeDocument/2006/relationships/presProps" Target="presProps.xml"  /><Relationship Id="rId2" Type="http://schemas.openxmlformats.org/officeDocument/2006/relationships/notesMaster" Target="notesMasters/notesMaster1.xml"  /><Relationship Id="rId20" Type="http://schemas.openxmlformats.org/officeDocument/2006/relationships/viewProps" Target="viewProps.xml"  /><Relationship Id="rId21" Type="http://schemas.openxmlformats.org/officeDocument/2006/relationships/theme" Target="theme/theme1.xml"  /><Relationship Id="rId22" Type="http://schemas.openxmlformats.org/officeDocument/2006/relationships/tableStyles" Target="tableStyles.xml"  /><Relationship Id="rId3" Type="http://schemas.openxmlformats.org/officeDocument/2006/relationships/handoutMaster" Target="handoutMasters/handoutMaster1.xml"  /><Relationship Id="rId4" Type="http://schemas.openxmlformats.org/officeDocument/2006/relationships/slide" Target="slides/slide1.xml"  /><Relationship Id="rId5" Type="http://schemas.openxmlformats.org/officeDocument/2006/relationships/slide" Target="slides/slide2.xml"  /><Relationship Id="rId6" Type="http://schemas.openxmlformats.org/officeDocument/2006/relationships/slide" Target="slides/slide3.xml"  /><Relationship Id="rId7" Type="http://schemas.openxmlformats.org/officeDocument/2006/relationships/slide" Target="slides/slide4.xml"  /><Relationship Id="rId8" Type="http://schemas.openxmlformats.org/officeDocument/2006/relationships/slide" Target="slides/slide5.xml"  /><Relationship Id="rId9" Type="http://schemas.openxmlformats.org/officeDocument/2006/relationships/slide" Target="slides/slide6.xml"  /></Relationships>
</file>

<file path=ppt/handoutMasters/_rels/handout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3.xml"  /></Relationships>
</file>

<file path=ppt/handoutMasters/handoutMaster1.xml><?xml version="1.0" encoding="utf-8"?>
<p:handout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D8D7A7C4-C82A-4D21-9AB0-F0C5A1D3EF09}" type="datetime1">
              <a:rPr lang="ko-KR" altLang="en-US"/>
              <a:pPr lvl="0">
                <a:defRPr lang="ko-KR" altLang="en-US"/>
              </a:pPr>
              <a:t>2026-05-11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F450E784-2449-4FFD-AA69-3F5CFAA75BCB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E2B2BC9D-A816-4D0A-858B-1D023B3A8ACA}" type="datetime1">
              <a:rPr lang="ko-KR" altLang="en-US"/>
              <a:pPr lvl="0">
                <a:defRPr lang="ko-KR" altLang="en-US"/>
              </a:pPr>
              <a:t>2026-05-11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rmAutofit lnSpcReduction="0"/>
          </a:bodyPr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09F4262C-968C-4EE9-8164-CE16364706B3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Slide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0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>
              <a:defRPr lang="ko-KR" altLang="en-US"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1A3D5110-9FE0-496F-B26A-071D02F2DE37}" type="datetime1">
              <a:rPr lang="ko-KR"/>
              <a:pPr lvl="0">
                <a:defRPr lang="ko-KR" altLang="en-US"/>
              </a:pPr>
              <a:t>2026-05-11</a:t>
            </a:fld>
            <a:endParaRPr 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en-US"/>
              <a:t/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6F15528-21DE-4FAA-801E-634DDDAF4B2B}" type="slidenum">
              <a:rPr lang="en-US"/>
              <a:pPr lvl="0">
                <a:defRPr lang="ko-KR" altLang="en-US"/>
              </a:pPr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and Content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 lang="ko-KR" altLang="en-US"/>
            </a:pPr>
            <a:r>
              <a:rPr lang="en-US"/>
              <a:t>Second level</a:t>
            </a:r>
            <a:endParaRPr lang="en-US"/>
          </a:p>
          <a:p>
            <a:pPr lvl="2">
              <a:defRPr lang="ko-KR" altLang="en-US"/>
            </a:pPr>
            <a:r>
              <a:rPr lang="en-US"/>
              <a:t>Third level</a:t>
            </a:r>
            <a:endParaRPr lang="en-US"/>
          </a:p>
          <a:p>
            <a:pPr lvl="3">
              <a:defRPr lang="ko-KR" altLang="en-US"/>
            </a:pPr>
            <a:r>
              <a:rPr lang="en-US"/>
              <a:t>Fourth level</a:t>
            </a:r>
            <a:endParaRPr lang="en-US"/>
          </a:p>
          <a:p>
            <a:pPr lvl="4">
              <a:defRPr lang="ko-KR" altLang="en-US"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1A3D5110-9FE0-496F-B26A-071D02F2DE37}" type="datetime1">
              <a:rPr lang="ko-KR"/>
              <a:pPr lvl="0">
                <a:defRPr lang="ko-KR" altLang="en-US"/>
              </a:pPr>
              <a:t>2026-05-11</a:t>
            </a:fld>
            <a:endParaRPr 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en-US"/>
              <a:t/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6F15528-21DE-4FAA-801E-634DDDAF4B2B}" type="slidenum">
              <a:rPr lang="en-US"/>
              <a:pPr lvl="0">
                <a:defRPr lang="ko-KR" altLang="en-US"/>
              </a:pPr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Section Header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>
              <a:defRPr lang="ko-KR" altLang="en-US"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1A3D5110-9FE0-496F-B26A-071D02F2DE37}" type="datetime1">
              <a:rPr lang="ko-KR"/>
              <a:pPr lvl="0">
                <a:defRPr lang="ko-KR" altLang="en-US"/>
              </a:pPr>
              <a:t>2026-05-11</a:t>
            </a:fld>
            <a:endParaRPr 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en-US"/>
              <a:t/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6F15528-21DE-4FAA-801E-634DDDAF4B2B}" type="slidenum">
              <a:rPr lang="en-US"/>
              <a:pPr lvl="0">
                <a:defRPr lang="ko-KR" altLang="en-US"/>
              </a:pPr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wo Content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 lang="ko-KR" altLang="en-US"/>
            </a:pPr>
            <a:r>
              <a:rPr lang="en-US"/>
              <a:t>Second level</a:t>
            </a:r>
            <a:endParaRPr lang="en-US"/>
          </a:p>
          <a:p>
            <a:pPr lvl="2">
              <a:defRPr lang="ko-KR" altLang="en-US"/>
            </a:pPr>
            <a:r>
              <a:rPr lang="en-US"/>
              <a:t>Third level</a:t>
            </a:r>
            <a:endParaRPr lang="en-US"/>
          </a:p>
          <a:p>
            <a:pPr lvl="3">
              <a:defRPr lang="ko-KR" altLang="en-US"/>
            </a:pPr>
            <a:r>
              <a:rPr lang="en-US"/>
              <a:t>Fourth level</a:t>
            </a:r>
            <a:endParaRPr lang="en-US"/>
          </a:p>
          <a:p>
            <a:pPr lvl="4">
              <a:defRPr lang="ko-KR" altLang="en-US"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 lang="ko-KR" altLang="en-US"/>
            </a:pPr>
            <a:r>
              <a:rPr lang="en-US"/>
              <a:t>Second level</a:t>
            </a:r>
            <a:endParaRPr lang="en-US"/>
          </a:p>
          <a:p>
            <a:pPr lvl="2">
              <a:defRPr lang="ko-KR" altLang="en-US"/>
            </a:pPr>
            <a:r>
              <a:rPr lang="en-US"/>
              <a:t>Third level</a:t>
            </a:r>
            <a:endParaRPr lang="en-US"/>
          </a:p>
          <a:p>
            <a:pPr lvl="3">
              <a:defRPr lang="ko-KR" altLang="en-US"/>
            </a:pPr>
            <a:r>
              <a:rPr lang="en-US"/>
              <a:t>Fourth level</a:t>
            </a:r>
            <a:endParaRPr lang="en-US"/>
          </a:p>
          <a:p>
            <a:pPr lvl="4">
              <a:defRPr lang="ko-KR" altLang="en-US"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1A3D5110-9FE0-496F-B26A-071D02F2DE37}" type="datetime1">
              <a:rPr lang="ko-KR"/>
              <a:pPr lvl="0">
                <a:defRPr lang="ko-KR" altLang="en-US"/>
              </a:pPr>
              <a:t>2026-05-11</a:t>
            </a:fld>
            <a:endParaRPr lang="ko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en-US"/>
              <a:t/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6F15528-21DE-4FAA-801E-634DDDAF4B2B}" type="slidenum">
              <a:rPr lang="en-US"/>
              <a:pPr lvl="0">
                <a:defRPr lang="ko-KR" altLang="en-US"/>
              </a:pPr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Compariso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>
            <a:lvl1pPr>
              <a:defRPr/>
            </a:lvl1pPr>
          </a:lstStyle>
          <a:p>
            <a:pPr lvl="0">
              <a:defRPr lang="ko-KR" altLang="en-US"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 lang="ko-KR" altLang="en-US"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 lang="ko-KR" altLang="en-US"/>
            </a:pPr>
            <a:r>
              <a:rPr lang="en-US"/>
              <a:t>Second level</a:t>
            </a:r>
            <a:endParaRPr lang="en-US"/>
          </a:p>
          <a:p>
            <a:pPr lvl="2">
              <a:defRPr lang="ko-KR" altLang="en-US"/>
            </a:pPr>
            <a:r>
              <a:rPr lang="en-US"/>
              <a:t>Third level</a:t>
            </a:r>
            <a:endParaRPr lang="en-US"/>
          </a:p>
          <a:p>
            <a:pPr lvl="3">
              <a:defRPr lang="ko-KR" altLang="en-US"/>
            </a:pPr>
            <a:r>
              <a:rPr lang="en-US"/>
              <a:t>Fourth level</a:t>
            </a:r>
            <a:endParaRPr lang="en-US"/>
          </a:p>
          <a:p>
            <a:pPr lvl="4">
              <a:defRPr lang="ko-KR" altLang="en-US"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 lang="ko-KR" altLang="en-US"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 lang="ko-KR" altLang="en-US"/>
            </a:pPr>
            <a:r>
              <a:rPr lang="en-US"/>
              <a:t>Second level</a:t>
            </a:r>
            <a:endParaRPr lang="en-US"/>
          </a:p>
          <a:p>
            <a:pPr lvl="2">
              <a:defRPr lang="ko-KR" altLang="en-US"/>
            </a:pPr>
            <a:r>
              <a:rPr lang="en-US"/>
              <a:t>Third level</a:t>
            </a:r>
            <a:endParaRPr lang="en-US"/>
          </a:p>
          <a:p>
            <a:pPr lvl="3">
              <a:defRPr lang="ko-KR" altLang="en-US"/>
            </a:pPr>
            <a:r>
              <a:rPr lang="en-US"/>
              <a:t>Fourth level</a:t>
            </a:r>
            <a:endParaRPr lang="en-US"/>
          </a:p>
          <a:p>
            <a:pPr lvl="4">
              <a:defRPr lang="ko-KR" altLang="en-US"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1A3D5110-9FE0-496F-B26A-071D02F2DE37}" type="datetime1">
              <a:rPr lang="ko-KR"/>
              <a:pPr lvl="0">
                <a:defRPr lang="ko-KR" altLang="en-US"/>
              </a:pPr>
              <a:t>2026-05-11</a:t>
            </a:fld>
            <a:endParaRPr lang="ko-K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en-US"/>
              <a:t/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6F15528-21DE-4FAA-801E-634DDDAF4B2B}" type="slidenum">
              <a:rPr lang="en-US"/>
              <a:pPr lvl="0">
                <a:defRPr lang="ko-KR" altLang="en-US"/>
              </a:pPr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Only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1A3D5110-9FE0-496F-B26A-071D02F2DE37}" type="datetime1">
              <a:rPr lang="ko-KR"/>
              <a:pPr lvl="0">
                <a:defRPr lang="ko-KR" altLang="en-US"/>
              </a:pPr>
              <a:t>2026-05-11</a:t>
            </a:fld>
            <a:endParaRPr lang="ko-K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en-US"/>
              <a:t/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6F15528-21DE-4FAA-801E-634DDDAF4B2B}" type="slidenum">
              <a:rPr lang="en-US"/>
              <a:pPr lvl="0">
                <a:defRPr lang="ko-KR" altLang="en-US"/>
              </a:pPr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Blank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1A3D5110-9FE0-496F-B26A-071D02F2DE37}" type="datetime1">
              <a:rPr lang="ko-KR"/>
              <a:pPr lvl="0">
                <a:defRPr lang="ko-KR" altLang="en-US"/>
              </a:pPr>
              <a:t>2026-05-11</a:t>
            </a:fld>
            <a:endParaRPr lang="ko-K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en-US"/>
              <a:t/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6F15528-21DE-4FAA-801E-634DDDAF4B2B}" type="slidenum">
              <a:rPr lang="en-US"/>
              <a:pPr lvl="0">
                <a:defRPr lang="ko-KR" altLang="en-US"/>
              </a:pPr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Content with Captio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 lang="ko-KR" altLang="en-US"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 lang="ko-KR" altLang="en-US"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 lang="ko-KR" altLang="en-US"/>
            </a:pPr>
            <a:r>
              <a:rPr lang="en-US"/>
              <a:t>Second level</a:t>
            </a:r>
            <a:endParaRPr lang="en-US"/>
          </a:p>
          <a:p>
            <a:pPr lvl="2">
              <a:defRPr lang="ko-KR" altLang="en-US"/>
            </a:pPr>
            <a:r>
              <a:rPr lang="en-US"/>
              <a:t>Third level</a:t>
            </a:r>
            <a:endParaRPr lang="en-US"/>
          </a:p>
          <a:p>
            <a:pPr lvl="3">
              <a:defRPr lang="ko-KR" altLang="en-US"/>
            </a:pPr>
            <a:r>
              <a:rPr lang="en-US"/>
              <a:t>Fourth level</a:t>
            </a:r>
            <a:endParaRPr lang="en-US"/>
          </a:p>
          <a:p>
            <a:pPr lvl="4">
              <a:defRPr lang="ko-KR" altLang="en-US"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 lang="ko-KR" altLang="en-US"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1A3D5110-9FE0-496F-B26A-071D02F2DE37}" type="datetime1">
              <a:rPr lang="ko-KR"/>
              <a:pPr lvl="0">
                <a:defRPr lang="ko-KR" altLang="en-US"/>
              </a:pPr>
              <a:t>2026-05-11</a:t>
            </a:fld>
            <a:endParaRPr lang="ko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en-US"/>
              <a:t/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6F15528-21DE-4FAA-801E-634DDDAF4B2B}" type="slidenum">
              <a:rPr lang="en-US"/>
              <a:pPr lvl="0">
                <a:defRPr lang="ko-KR" altLang="en-US"/>
              </a:pPr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Picture with Captio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 lang="ko-KR" altLang="en-US"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TextEdit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 lang="ko-KR" altLang="en-US"/>
            </a:pPr>
            <a:r>
              <a:rPr lang="en-US"/>
              <a:t/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 lang="ko-KR" altLang="en-US"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1A3D5110-9FE0-496F-B26A-071D02F2DE37}" type="datetime1">
              <a:rPr lang="ko-KR"/>
              <a:pPr lvl="0">
                <a:defRPr lang="ko-KR" altLang="en-US"/>
              </a:pPr>
              <a:t>2026-05-11</a:t>
            </a:fld>
            <a:endParaRPr lang="ko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en-US"/>
              <a:t/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6F15528-21DE-4FAA-801E-634DDDAF4B2B}" type="slidenum">
              <a:rPr lang="en-US"/>
              <a:pPr lvl="0">
                <a:defRPr lang="ko-KR" altLang="en-US"/>
              </a:pPr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and Vertical Text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 lang="ko-KR" altLang="en-US"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 lang="ko-KR" altLang="en-US"/>
            </a:pPr>
            <a:r>
              <a:rPr lang="en-US"/>
              <a:t>Second level</a:t>
            </a:r>
            <a:endParaRPr lang="en-US"/>
          </a:p>
          <a:p>
            <a:pPr lvl="2">
              <a:defRPr lang="ko-KR" altLang="en-US"/>
            </a:pPr>
            <a:r>
              <a:rPr lang="en-US"/>
              <a:t>Third level</a:t>
            </a:r>
            <a:endParaRPr lang="en-US"/>
          </a:p>
          <a:p>
            <a:pPr lvl="3">
              <a:defRPr lang="ko-KR" altLang="en-US"/>
            </a:pPr>
            <a:r>
              <a:rPr lang="en-US"/>
              <a:t>Fourth level</a:t>
            </a:r>
            <a:endParaRPr lang="en-US"/>
          </a:p>
          <a:p>
            <a:pPr lvl="4">
              <a:defRPr lang="ko-KR" altLang="en-US"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1A3D5110-9FE0-496F-B26A-071D02F2DE37}" type="datetime1">
              <a:rPr lang="ko-KR"/>
              <a:pPr lvl="0">
                <a:defRPr lang="ko-KR" altLang="en-US"/>
              </a:pPr>
              <a:t>2026-05-11</a:t>
            </a:fld>
            <a:endParaRPr 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en-US"/>
              <a:t/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6F15528-21DE-4FAA-801E-634DDDAF4B2B}" type="slidenum">
              <a:rPr lang="en-US"/>
              <a:pPr lvl="0">
                <a:defRPr lang="ko-KR" altLang="en-US"/>
              </a:pPr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Vertical Title and Text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idx="0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 lang="ko-KR" altLang="en-US"/>
            </a:pPr>
            <a:r>
              <a:rPr lang="en-US"/>
              <a:t>Second level</a:t>
            </a:r>
            <a:endParaRPr lang="en-US"/>
          </a:p>
          <a:p>
            <a:pPr lvl="2">
              <a:defRPr lang="ko-KR" altLang="en-US"/>
            </a:pPr>
            <a:r>
              <a:rPr lang="en-US"/>
              <a:t>Third level</a:t>
            </a:r>
            <a:endParaRPr lang="en-US"/>
          </a:p>
          <a:p>
            <a:pPr lvl="3">
              <a:defRPr lang="ko-KR" altLang="en-US"/>
            </a:pPr>
            <a:r>
              <a:rPr lang="en-US"/>
              <a:t>Fourth level</a:t>
            </a:r>
            <a:endParaRPr lang="en-US"/>
          </a:p>
          <a:p>
            <a:pPr lvl="4">
              <a:defRPr lang="ko-KR" altLang="en-US"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1A3D5110-9FE0-496F-B26A-071D02F2DE37}" type="datetime1">
              <a:rPr lang="ko-KR"/>
              <a:pPr lvl="0">
                <a:defRPr lang="ko-KR" altLang="en-US"/>
              </a:pPr>
              <a:t>2026-05-11</a:t>
            </a:fld>
            <a:endParaRPr 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en-US"/>
              <a:t/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6F15528-21DE-4FAA-801E-634DDDAF4B2B}" type="slidenum">
              <a:rPr lang="en-US"/>
              <a:pPr lvl="0">
                <a:defRPr lang="ko-KR" altLang="en-US"/>
              </a:pPr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 lnSpcReduction="0"/>
          </a:bodyPr>
          <a:lstStyle/>
          <a:p>
            <a:pPr lvl="0">
              <a:defRPr lang="ko-KR" altLang="en-US"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 lnSpcReduction="0"/>
          </a:bodyPr>
          <a:lstStyle/>
          <a:p>
            <a:pPr lvl="0">
              <a:defRPr lang="ko-KR" altLang="en-US"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 lang="ko-KR" altLang="en-US"/>
            </a:pPr>
            <a:r>
              <a:rPr lang="en-US"/>
              <a:t>Second level</a:t>
            </a:r>
            <a:endParaRPr lang="en-US"/>
          </a:p>
          <a:p>
            <a:pPr lvl="2">
              <a:defRPr lang="ko-KR" altLang="en-US"/>
            </a:pPr>
            <a:r>
              <a:rPr lang="en-US"/>
              <a:t>Third level</a:t>
            </a:r>
            <a:endParaRPr lang="en-US"/>
          </a:p>
          <a:p>
            <a:pPr lvl="3">
              <a:defRPr lang="ko-KR" altLang="en-US"/>
            </a:pPr>
            <a:r>
              <a:rPr lang="en-US"/>
              <a:t>Fourth level</a:t>
            </a:r>
            <a:endParaRPr lang="en-US"/>
          </a:p>
          <a:p>
            <a:pPr lvl="4">
              <a:defRPr lang="ko-KR" altLang="en-US"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1A3D5110-9FE0-496F-B26A-071D02F2DE37}" type="datetime1">
              <a:rPr lang="ko-KR"/>
              <a:pPr lvl="0">
                <a:defRPr lang="ko-KR" altLang="en-US"/>
              </a:pPr>
              <a:t>2026-05-11</a:t>
            </a:fld>
            <a:endParaRPr 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en-US"/>
              <a:t/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B6F15528-21DE-4FAA-801E-634DDDAF4B2B}" type="slidenum">
              <a:rPr lang="en-US"/>
              <a:pPr lvl="0">
                <a:defRPr lang="ko-KR" altLang="en-US"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Relationship Id="rId3" Type="http://schemas.openxmlformats.org/officeDocument/2006/relationships/image" Target="../media/image2.png"  /><Relationship Id="rId4" Type="http://schemas.openxmlformats.org/officeDocument/2006/relationships/image" Target="../media/image5.png"  /><Relationship Id="rId5" Type="http://schemas.openxmlformats.org/officeDocument/2006/relationships/image" Target="../media/image6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Relationship Id="rId3" Type="http://schemas.openxmlformats.org/officeDocument/2006/relationships/image" Target="../media/image2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.png"  /><Relationship Id="rId3" Type="http://schemas.openxmlformats.org/officeDocument/2006/relationships/image" Target="../media/image2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.png"  /><Relationship Id="rId3" Type="http://schemas.openxmlformats.org/officeDocument/2006/relationships/image" Target="../media/image2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.png"  /><Relationship Id="rId3" Type="http://schemas.openxmlformats.org/officeDocument/2006/relationships/image" Target="../media/image2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1.png"  /><Relationship Id="rId3" Type="http://schemas.openxmlformats.org/officeDocument/2006/relationships/image" Target="../media/image2.png"  /><Relationship Id="rId4" Type="http://schemas.openxmlformats.org/officeDocument/2006/relationships/image" Target="../media/image12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3.png"  /><Relationship Id="rId3" Type="http://schemas.openxmlformats.org/officeDocument/2006/relationships/image" Target="../media/image2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4.png"  /><Relationship Id="rId3" Type="http://schemas.openxmlformats.org/officeDocument/2006/relationships/image" Target="../media/image2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5.png"  /><Relationship Id="rId3" Type="http://schemas.openxmlformats.org/officeDocument/2006/relationships/image" Target="../media/image2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.png"  /><Relationship Id="rId3" Type="http://schemas.openxmlformats.org/officeDocument/2006/relationships/image" Target="../media/image2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7.png"  /><Relationship Id="rId3" Type="http://schemas.openxmlformats.org/officeDocument/2006/relationships/image" Target="../media/image2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8.png"  /><Relationship Id="rId3" Type="http://schemas.openxmlformats.org/officeDocument/2006/relationships/image" Target="../media/image2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9.png"  /><Relationship Id="rId3" Type="http://schemas.openxmlformats.org/officeDocument/2006/relationships/image" Target="../media/image2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644725" y="8856476"/>
            <a:ext cx="1548172" cy="221167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644725" y="8856476"/>
            <a:ext cx="1548172" cy="221167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83184" y="1223962"/>
            <a:ext cx="14977664" cy="6696074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644725" y="8856476"/>
            <a:ext cx="1548172" cy="221167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2844524" y="2390737"/>
            <a:ext cx="2412268" cy="1416600"/>
          </a:xfrm>
          <a:prstGeom prst="rect">
            <a:avLst/>
          </a:prstGeom>
        </p:spPr>
      </p:pic>
      <p:pic>
        <p:nvPicPr>
          <p:cNvPr id="6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626859" y="4139952"/>
            <a:ext cx="3857625" cy="809625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644725" y="8856476"/>
            <a:ext cx="1548172" cy="221167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644725" y="8856476"/>
            <a:ext cx="1548172" cy="221167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644725" y="8856476"/>
            <a:ext cx="1548172" cy="221167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644725" y="8856476"/>
            <a:ext cx="1548172" cy="221167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644725" y="8856476"/>
            <a:ext cx="1548172" cy="221167"/>
          </a:xfrm>
          <a:prstGeom prst="rect">
            <a:avLst/>
          </a:prstGeom>
        </p:spPr>
      </p:pic>
      <p:pic>
        <p:nvPicPr>
          <p:cNvPr id="4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083884" y="2015716"/>
            <a:ext cx="8316924" cy="6228692"/>
          </a:xfrm>
          <a:prstGeom prst="rect">
            <a:avLst/>
          </a:prstGeom>
        </p:spPr>
      </p:pic>
      <p:sp>
        <p:nvSpPr>
          <p:cNvPr id="5" name=""/>
          <p:cNvSpPr txBox="1"/>
          <p:nvPr/>
        </p:nvSpPr>
        <p:spPr>
          <a:xfrm>
            <a:off x="11620388" y="2095384"/>
            <a:ext cx="3672408" cy="1000452"/>
          </a:xfrm>
          <a:prstGeom prst="rect">
            <a:avLst/>
          </a:prstGeom>
        </p:spPr>
        <p:txBody>
          <a:bodyPr wrap="square">
            <a:spAutoFit/>
          </a:bodyPr>
          <a:p>
            <a:pPr algn="r">
              <a:defRPr lang="ko-KR" altLang="en-US"/>
            </a:pPr>
            <a:r>
              <a:rPr lang="ko-KR" altLang="en-US" sz="2400" b="1"/>
              <a:t>스컴박스 구조</a:t>
            </a:r>
            <a:endParaRPr lang="ko-KR" altLang="en-US" sz="2400" b="1"/>
          </a:p>
          <a:p>
            <a:pPr algn="r">
              <a:defRPr lang="ko-KR" altLang="en-US"/>
            </a:pPr>
            <a:r>
              <a:rPr lang="en-US" altLang="ko-KR"/>
              <a:t>(Scum Box Structure &amp; </a:t>
            </a:r>
            <a:endParaRPr lang="en-US" altLang="ko-KR"/>
          </a:p>
          <a:p>
            <a:pPr algn="r">
              <a:defRPr lang="ko-KR" altLang="en-US"/>
            </a:pPr>
            <a:r>
              <a:rPr lang="en-US" altLang="ko-KR"/>
              <a:t>Collection Mechanism Blueprint)</a:t>
            </a:r>
            <a:endParaRPr lang="en-US" altLang="ko-KR"/>
          </a:p>
        </p:txBody>
      </p:sp>
      <p:sp>
        <p:nvSpPr>
          <p:cNvPr id="6" name=""/>
          <p:cNvSpPr txBox="1"/>
          <p:nvPr/>
        </p:nvSpPr>
        <p:spPr>
          <a:xfrm>
            <a:off x="6903864" y="8487996"/>
            <a:ext cx="3672408" cy="296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en-US" altLang="ko-KR" sz="1400"/>
              <a:t>*</a:t>
            </a:r>
            <a:r>
              <a:rPr lang="ko-KR" altLang="en-US" sz="1400"/>
              <a:t>주) 설계 결과에 따라 형태는 변경될 수 있음</a:t>
            </a:r>
            <a:endParaRPr lang="ko-KR" altLang="en-US" sz="1400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644725" y="8856476"/>
            <a:ext cx="1548172" cy="221167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5787740" y="8388423"/>
            <a:ext cx="3672408" cy="2964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en-US" altLang="ko-KR" sz="1400"/>
              <a:t>*</a:t>
            </a:r>
            <a:r>
              <a:rPr lang="ko-KR" altLang="en-US" sz="1400"/>
              <a:t>주) 설계 결과에 따라 형태는 변경될 수 있음</a:t>
            </a:r>
            <a:endParaRPr lang="ko-KR" altLang="en-US" sz="1400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644725" y="8856476"/>
            <a:ext cx="1548172" cy="221167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644725" y="8856476"/>
            <a:ext cx="1548172" cy="221167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644725" y="8856476"/>
            <a:ext cx="1548172" cy="221167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644725" y="8856476"/>
            <a:ext cx="1548172" cy="221167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4778"/>
            <a:ext cx="16256000" cy="9074444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644725" y="8856476"/>
            <a:ext cx="1548172" cy="221167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644725" y="8856476"/>
            <a:ext cx="1548172" cy="221167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"/>
      </a:majorFont>
      <a:minorFont>
        <a:latin typeface="함초롬돋움"/>
        <a:ea typeface="함초롬돋움"/>
        <a:cs typeface="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"/>
      </a:majorFont>
      <a:minorFont>
        <a:latin typeface="함초롬돋움"/>
        <a:ea typeface="함초롬돋움"/>
        <a:cs typeface="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28</ep:Words>
  <ep:PresentationFormat>On-screen Show (4:3)</ep:PresentationFormat>
  <ep:Paragraphs>5</ep:Paragraphs>
  <ep:Slides>15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ep:HeadingPairs>
  <ep:TitlesOfParts>
    <vt:vector size="16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</vt:vector>
  </ep:TitlesOfParts>
  <ep:HyperlinkBase/>
  <ep:Application>Hancom Office Hanshow 2014</ep:Application>
  <ep:AppVersion>0900.0000.01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tonyk</cp:lastModifiedBy>
  <dcterms:modified xsi:type="dcterms:W3CDTF">2026-05-11T14:31:44.959</dcterms:modified>
  <cp:revision>8</cp:revision>
</cp:coreProperties>
</file>